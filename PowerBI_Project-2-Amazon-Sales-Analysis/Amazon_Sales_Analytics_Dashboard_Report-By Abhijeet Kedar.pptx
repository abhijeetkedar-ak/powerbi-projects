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Amazon Product Analytics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Power BI Project Report</a:t>
            </a:r>
            <a:br/>
            <a:r>
              <a:t>Prepared By: Abhijeet Kedar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79" y="914400"/>
            <a:ext cx="109226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dirty="0"/>
              <a:t>This project analyzes Amazon product ratings, reviews, discounts, pricing, and customer engagement using Power BI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Business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Understand product performance</a:t>
            </a:r>
            <a:br/>
            <a:r>
              <a:t>• Analyze customer engagement</a:t>
            </a:r>
            <a:br/>
            <a:r>
              <a:t>• Evaluate pricing and discounts</a:t>
            </a:r>
            <a:br/>
            <a:r>
              <a:t>• Generate actionable business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2836161" cy="53245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rPr dirty="0"/>
              <a:t>Key fields include</a:t>
            </a:r>
            <a:r>
              <a:rPr lang="en-IN" dirty="0"/>
              <a:t>s,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sz="2000" dirty="0" err="1"/>
              <a:t>product_id</a:t>
            </a:r>
            <a:endParaRPr lang="en-US" sz="2000" dirty="0"/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sz="2000" dirty="0" err="1"/>
              <a:t>product_name</a:t>
            </a:r>
            <a:endParaRPr lang="en-US" sz="2000" dirty="0"/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sz="2000" dirty="0"/>
              <a:t>Category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sz="2000" dirty="0" err="1"/>
              <a:t>discounted_price</a:t>
            </a:r>
            <a:endParaRPr lang="en-US" sz="2000" dirty="0"/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sz="2000" dirty="0" err="1"/>
              <a:t>actual_price</a:t>
            </a:r>
            <a:endParaRPr lang="en-US" sz="2000" dirty="0"/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sz="2000" dirty="0" err="1"/>
              <a:t>discount_percentage</a:t>
            </a:r>
            <a:endParaRPr lang="en-US" sz="2000" dirty="0"/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sz="2000" dirty="0"/>
              <a:t>Rating</a:t>
            </a:r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sz="2000" dirty="0" err="1"/>
              <a:t>rating_count</a:t>
            </a:r>
            <a:endParaRPr lang="en-US" sz="2000" dirty="0"/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sz="2000" dirty="0" err="1"/>
              <a:t>about_product</a:t>
            </a:r>
            <a:endParaRPr lang="en-US" sz="2000" dirty="0"/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sz="2000" dirty="0" err="1"/>
              <a:t>user_id</a:t>
            </a:r>
            <a:endParaRPr lang="en-US" sz="2000" dirty="0"/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sz="2000" dirty="0" err="1"/>
              <a:t>user_name</a:t>
            </a:r>
            <a:endParaRPr lang="en-US" sz="2000" dirty="0"/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sz="2000" dirty="0" err="1"/>
              <a:t>review_id</a:t>
            </a:r>
            <a:endParaRPr lang="en-US" sz="2000" dirty="0"/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sz="2000" dirty="0" err="1"/>
              <a:t>review_title</a:t>
            </a:r>
            <a:endParaRPr lang="en-US" sz="2000" dirty="0"/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sz="2000" dirty="0" err="1"/>
              <a:t>review_content</a:t>
            </a:r>
            <a:endParaRPr lang="en-US" sz="2000" dirty="0"/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sz="2000" dirty="0" err="1"/>
              <a:t>img_link</a:t>
            </a:r>
            <a:endParaRPr lang="en-US" sz="2000" dirty="0"/>
          </a:p>
          <a:p>
            <a:pPr marL="457200" indent="-457200">
              <a:buFont typeface="+mj-lt"/>
              <a:buAutoNum type="arabicPeriod"/>
              <a:defRPr sz="2000"/>
            </a:pPr>
            <a:r>
              <a:rPr lang="en-US" sz="2000" dirty="0" err="1"/>
              <a:t>product_link</a:t>
            </a:r>
            <a:r>
              <a:rPr lang="en-US" dirty="0"/>
              <a:t> 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Removed null values</a:t>
            </a:r>
            <a:br/>
            <a:r>
              <a:t>• Corrected data types</a:t>
            </a:r>
            <a:br/>
            <a:r>
              <a:t>• Split category hierarchy</a:t>
            </a:r>
            <a:br/>
            <a:r>
              <a:t>• Created calculated columns and measures</a:t>
            </a:r>
            <a:br/>
            <a:r>
              <a:t>• Prepared data model for reporting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KPIs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3178049" cy="25545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dirty="0"/>
              <a:t>Total Products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IN" dirty="0"/>
              <a:t>Total Review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dirty="0"/>
              <a:t>Average Rating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IN" dirty="0"/>
              <a:t>Average Discount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IN" dirty="0" err="1"/>
              <a:t>Avg</a:t>
            </a:r>
            <a:r>
              <a:rPr lang="en-IN" dirty="0"/>
              <a:t> Actual Price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lang="en-IN" dirty="0"/>
              <a:t>Average Discounted Price</a:t>
            </a:r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dirty="0"/>
              <a:t>Total Engagement</a:t>
            </a:r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  <a:defRPr sz="2000"/>
            </a:pPr>
            <a:r>
              <a:rPr dirty="0"/>
              <a:t>Revenue Proxy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FA8BE4-9B40-5CAB-1B74-BB92F9984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1" y="3760482"/>
            <a:ext cx="8091938" cy="9526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BD77D2-9F22-93DA-AFEA-8337371EC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5099" y="3760482"/>
            <a:ext cx="1203785" cy="9240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4F244A6-5D7F-0B83-BDEC-ADC776ED08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1965" y="3760482"/>
            <a:ext cx="1203786" cy="9145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Basic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029200"/>
          </a:xfrm>
          <a:prstGeom prst="roundRect">
            <a:avLst/>
          </a:prstGeom>
          <a:solidFill>
            <a:srgbClr val="F0F4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/>
            </a:pPr>
            <a:r>
              <a:rPr dirty="0"/>
              <a:t>PASTE POWER BI DASHBOARD SCREENSHOT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C849C7-54C7-3B37-975D-11770DB9F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758" y="914400"/>
            <a:ext cx="8906564" cy="50480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Pricing &amp; Review Insights Dashboard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14400"/>
            <a:ext cx="10972800" cy="5029200"/>
          </a:xfrm>
          <a:prstGeom prst="roundRect">
            <a:avLst/>
          </a:prstGeom>
          <a:solidFill>
            <a:srgbClr val="F0F4F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200"/>
            </a:pPr>
            <a:r>
              <a:t>PASTE POWER BI DASHBOARD SCREENSHOT HERE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9F2D70-0F12-A2D3-E0A4-CCC733EF5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792" y="914400"/>
            <a:ext cx="8871240" cy="50244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High-rated products attract higher engagement.</a:t>
            </a:r>
            <a:br/>
            <a:r>
              <a:t>• A few categories contribute most business value.</a:t>
            </a:r>
            <a:br/>
            <a:r>
              <a:t>• Discounts alone do not improve ratings.</a:t>
            </a:r>
            <a:br/>
            <a:r>
              <a:t>• Underperforming products require attention.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• Focus on top-performing categories.</a:t>
            </a:r>
            <a:br/>
            <a:r>
              <a:t>• Improve low-rated products.</a:t>
            </a:r>
            <a:br/>
            <a:r>
              <a:t>• Optimize discount strategies.</a:t>
            </a:r>
            <a:br/>
            <a:r>
              <a:t>• Encourage customer reviews and feedback.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55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rPr dirty="0"/>
              <a:t>Customer engagement, ratings, and pricing significantly influence product performance. Data-driven decisions can improve product visibility and business outcomes.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265</Words>
  <Application>Microsoft Office PowerPoint</Application>
  <PresentationFormat>Custom</PresentationFormat>
  <Paragraphs>45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Abhijeet Kedar</cp:lastModifiedBy>
  <cp:revision>3</cp:revision>
  <dcterms:created xsi:type="dcterms:W3CDTF">2013-01-27T09:14:16Z</dcterms:created>
  <dcterms:modified xsi:type="dcterms:W3CDTF">2026-06-17T09:13:18Z</dcterms:modified>
  <cp:category/>
</cp:coreProperties>
</file>